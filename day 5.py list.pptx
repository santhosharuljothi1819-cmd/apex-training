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572" y="30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52B4-12CA-4794-89C7-E427878806F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55F0F-4E1B-46C3-8C06-D5C6D35DE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64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52B4-12CA-4794-89C7-E427878806F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55F0F-4E1B-46C3-8C06-D5C6D35DE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4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52B4-12CA-4794-89C7-E427878806F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55F0F-4E1B-46C3-8C06-D5C6D35DE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0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52B4-12CA-4794-89C7-E427878806F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55F0F-4E1B-46C3-8C06-D5C6D35DE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69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52B4-12CA-4794-89C7-E427878806F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55F0F-4E1B-46C3-8C06-D5C6D35DE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6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52B4-12CA-4794-89C7-E427878806F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55F0F-4E1B-46C3-8C06-D5C6D35DE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899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52B4-12CA-4794-89C7-E427878806F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55F0F-4E1B-46C3-8C06-D5C6D35DE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607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52B4-12CA-4794-89C7-E427878806F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55F0F-4E1B-46C3-8C06-D5C6D35DE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52B4-12CA-4794-89C7-E427878806F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55F0F-4E1B-46C3-8C06-D5C6D35DE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55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52B4-12CA-4794-89C7-E427878806F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55F0F-4E1B-46C3-8C06-D5C6D35DE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04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52B4-12CA-4794-89C7-E427878806F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55F0F-4E1B-46C3-8C06-D5C6D35DE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99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652B4-12CA-4794-89C7-E427878806F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55F0F-4E1B-46C3-8C06-D5C6D35DE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0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410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86000" y="335846"/>
            <a:ext cx="4572000" cy="122802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 smtClean="0"/>
              <a:t>my_list</a:t>
            </a:r>
            <a:r>
              <a:rPr lang="en-US" dirty="0" smtClean="0"/>
              <a:t> = []# list of </a:t>
            </a:r>
            <a:r>
              <a:rPr lang="en-US" dirty="0" err="1" smtClean="0"/>
              <a:t>integersmy_list</a:t>
            </a:r>
            <a:r>
              <a:rPr lang="en-US" dirty="0" smtClean="0"/>
              <a:t> = [1, 2, 3]# list with mixed data </a:t>
            </a:r>
            <a:r>
              <a:rPr lang="en-US" dirty="0" err="1" smtClean="0"/>
              <a:t>typesmy_list</a:t>
            </a:r>
            <a:r>
              <a:rPr lang="en-US" dirty="0" smtClean="0"/>
              <a:t> = [1, "Hello", 3.4]#multiple datatype </a:t>
            </a:r>
            <a:r>
              <a:rPr lang="en-US" dirty="0" err="1" smtClean="0"/>
              <a:t>assignn_list</a:t>
            </a:r>
            <a:r>
              <a:rPr lang="en-US" dirty="0" smtClean="0"/>
              <a:t>=[2.9,3000,'Hello',"Welcome to python list ", True]print(</a:t>
            </a:r>
            <a:r>
              <a:rPr lang="en-US" dirty="0" err="1" smtClean="0"/>
              <a:t>n_list</a:t>
            </a:r>
            <a:r>
              <a:rPr lang="en-US" dirty="0" smtClean="0"/>
              <a:t>) # Nested List Example1n_list = ["Happy", [2, 0, 1, 5]]# Nested </a:t>
            </a:r>
            <a:r>
              <a:rPr lang="en-US" dirty="0" err="1" smtClean="0"/>
              <a:t>indexingprint</a:t>
            </a:r>
            <a:r>
              <a:rPr lang="en-US" dirty="0" smtClean="0"/>
              <a:t>(</a:t>
            </a:r>
            <a:r>
              <a:rPr lang="en-US" dirty="0" err="1" smtClean="0"/>
              <a:t>n_list</a:t>
            </a:r>
            <a:r>
              <a:rPr lang="en-US" dirty="0" smtClean="0"/>
              <a:t>[0][3])print(</a:t>
            </a:r>
            <a:r>
              <a:rPr lang="en-US" dirty="0" err="1" smtClean="0"/>
              <a:t>n_list</a:t>
            </a:r>
            <a:r>
              <a:rPr lang="en-US" dirty="0" smtClean="0"/>
              <a:t>[1][2]) # Nested List Example2my_list = ["mouse", [8, 4, 6], ['</a:t>
            </a:r>
            <a:r>
              <a:rPr lang="en-US" dirty="0" err="1" smtClean="0"/>
              <a:t>a','b','c</a:t>
            </a:r>
            <a:r>
              <a:rPr lang="en-US" dirty="0" smtClean="0"/>
              <a:t>']]print(</a:t>
            </a:r>
            <a:r>
              <a:rPr lang="en-US" dirty="0" err="1" smtClean="0"/>
              <a:t>my_list</a:t>
            </a:r>
            <a:r>
              <a:rPr lang="en-US" dirty="0" smtClean="0"/>
              <a:t>) print(</a:t>
            </a:r>
            <a:r>
              <a:rPr lang="en-US" dirty="0" err="1" smtClean="0"/>
              <a:t>my_list</a:t>
            </a:r>
            <a:r>
              <a:rPr lang="en-US" dirty="0" smtClean="0"/>
              <a:t>[0])# Nested </a:t>
            </a:r>
            <a:r>
              <a:rPr lang="en-US" dirty="0" err="1" smtClean="0"/>
              <a:t>indexingprint</a:t>
            </a:r>
            <a:r>
              <a:rPr lang="en-US" dirty="0" smtClean="0"/>
              <a:t>(</a:t>
            </a:r>
            <a:r>
              <a:rPr lang="en-US" dirty="0" err="1" smtClean="0"/>
              <a:t>my_list</a:t>
            </a:r>
            <a:r>
              <a:rPr lang="en-US" dirty="0" smtClean="0"/>
              <a:t>[1][1])print(</a:t>
            </a:r>
            <a:r>
              <a:rPr lang="en-US" dirty="0" err="1" smtClean="0"/>
              <a:t>my_list</a:t>
            </a:r>
            <a:r>
              <a:rPr lang="en-US" dirty="0" smtClean="0"/>
              <a:t>[2][2])# Negative indexing in </a:t>
            </a:r>
            <a:r>
              <a:rPr lang="en-US" dirty="0" err="1" smtClean="0"/>
              <a:t>listsmy_list</a:t>
            </a:r>
            <a:r>
              <a:rPr lang="en-US" dirty="0" smtClean="0"/>
              <a:t> = ['</a:t>
            </a:r>
            <a:r>
              <a:rPr lang="en-US" dirty="0" err="1" smtClean="0"/>
              <a:t>p','r','o','b','e</a:t>
            </a:r>
            <a:r>
              <a:rPr lang="en-US" dirty="0" smtClean="0"/>
              <a:t>']print(</a:t>
            </a:r>
            <a:r>
              <a:rPr lang="en-US" dirty="0" err="1" smtClean="0"/>
              <a:t>my_list</a:t>
            </a:r>
            <a:r>
              <a:rPr lang="en-US" dirty="0" smtClean="0"/>
              <a:t>[-1])print(</a:t>
            </a:r>
            <a:r>
              <a:rPr lang="en-US" dirty="0" err="1" smtClean="0"/>
              <a:t>my_list</a:t>
            </a:r>
            <a:r>
              <a:rPr lang="en-US" dirty="0" smtClean="0"/>
              <a:t>[-5])# Appending and Extending lists in </a:t>
            </a:r>
            <a:r>
              <a:rPr lang="en-US" dirty="0" err="1" smtClean="0"/>
              <a:t>Pythonodd</a:t>
            </a:r>
            <a:r>
              <a:rPr lang="en-US" dirty="0" smtClean="0"/>
              <a:t> = [1, 3, 5]</a:t>
            </a:r>
            <a:r>
              <a:rPr lang="en-US" dirty="0" err="1" smtClean="0"/>
              <a:t>odd.append</a:t>
            </a:r>
            <a:r>
              <a:rPr lang="en-US" dirty="0" smtClean="0"/>
              <a:t>(7)print(odd)</a:t>
            </a:r>
            <a:r>
              <a:rPr lang="en-US" dirty="0" err="1" smtClean="0"/>
              <a:t>odd.extend</a:t>
            </a:r>
            <a:r>
              <a:rPr lang="en-US" dirty="0" smtClean="0"/>
              <a:t>([9, 11, 13])print(odd)# Concatenating and repeating </a:t>
            </a:r>
            <a:r>
              <a:rPr lang="en-US" dirty="0" err="1" smtClean="0"/>
              <a:t>listsodd</a:t>
            </a:r>
            <a:r>
              <a:rPr lang="en-US" dirty="0" smtClean="0"/>
              <a:t> = [1, 3, 5]print(odd + [9, 7, 5])print(["re"] * 3)</a:t>
            </a:r>
            <a:r>
              <a:rPr lang="en-US" dirty="0" err="1" smtClean="0"/>
              <a:t>thislist</a:t>
            </a:r>
            <a:r>
              <a:rPr lang="en-US" dirty="0" smtClean="0"/>
              <a:t> = ["apple", "banana", "cherry"]print(</a:t>
            </a:r>
            <a:r>
              <a:rPr lang="en-US" dirty="0" err="1" smtClean="0"/>
              <a:t>len</a:t>
            </a:r>
            <a:r>
              <a:rPr lang="en-US" dirty="0" smtClean="0"/>
              <a:t>(</a:t>
            </a:r>
            <a:r>
              <a:rPr lang="en-US" dirty="0" err="1" smtClean="0"/>
              <a:t>thislist</a:t>
            </a:r>
            <a:r>
              <a:rPr lang="en-US" dirty="0" smtClean="0"/>
              <a:t>))</a:t>
            </a:r>
            <a:r>
              <a:rPr lang="en-US" dirty="0" err="1" smtClean="0"/>
              <a:t>thislist</a:t>
            </a:r>
            <a:r>
              <a:rPr lang="en-US" dirty="0" smtClean="0"/>
              <a:t> = ["apple", "banana", "cherry"]print(</a:t>
            </a:r>
            <a:r>
              <a:rPr lang="en-US" dirty="0" err="1" smtClean="0"/>
              <a:t>len</a:t>
            </a:r>
            <a:r>
              <a:rPr lang="en-US" dirty="0" smtClean="0"/>
              <a:t>(</a:t>
            </a:r>
            <a:r>
              <a:rPr lang="en-US" dirty="0" err="1" smtClean="0"/>
              <a:t>thislist</a:t>
            </a:r>
            <a:r>
              <a:rPr lang="en-US" dirty="0" smtClean="0"/>
              <a:t>)) </a:t>
            </a:r>
            <a:r>
              <a:rPr lang="en-US" dirty="0" err="1" smtClean="0"/>
              <a:t>my_list</a:t>
            </a:r>
            <a:r>
              <a:rPr lang="en-US" dirty="0" smtClean="0"/>
              <a:t> = []# list of </a:t>
            </a:r>
            <a:r>
              <a:rPr lang="en-US" dirty="0" err="1" smtClean="0"/>
              <a:t>integersmy_list</a:t>
            </a:r>
            <a:r>
              <a:rPr lang="en-US" dirty="0" smtClean="0"/>
              <a:t> = [1, 2, 3]# list with mixed data </a:t>
            </a:r>
            <a:r>
              <a:rPr lang="en-US" dirty="0" err="1" smtClean="0"/>
              <a:t>typesmy_list</a:t>
            </a:r>
            <a:r>
              <a:rPr lang="en-US" dirty="0" smtClean="0"/>
              <a:t> = [1, "Hello", 3.4]#multiple datatype </a:t>
            </a:r>
            <a:r>
              <a:rPr lang="en-US" dirty="0" err="1" smtClean="0"/>
              <a:t>assignn_list</a:t>
            </a:r>
            <a:r>
              <a:rPr lang="en-US" dirty="0" smtClean="0"/>
              <a:t>=[2.9,3000,'Hello',"Welcome to python list ", True]print(</a:t>
            </a:r>
            <a:r>
              <a:rPr lang="en-US" dirty="0" err="1" smtClean="0"/>
              <a:t>n_list</a:t>
            </a:r>
            <a:r>
              <a:rPr lang="en-US" dirty="0" smtClean="0"/>
              <a:t>) # Nested List Example1n_list = ["Happy", [2, 0, 1, 5]]# Nested </a:t>
            </a:r>
            <a:r>
              <a:rPr lang="en-US" dirty="0" err="1" smtClean="0"/>
              <a:t>indexingprint</a:t>
            </a:r>
            <a:r>
              <a:rPr lang="en-US" dirty="0" smtClean="0"/>
              <a:t>(</a:t>
            </a:r>
            <a:r>
              <a:rPr lang="en-US" dirty="0" err="1" smtClean="0"/>
              <a:t>n_list</a:t>
            </a:r>
            <a:r>
              <a:rPr lang="en-US" dirty="0" smtClean="0"/>
              <a:t>[0][3])print(</a:t>
            </a:r>
            <a:r>
              <a:rPr lang="en-US" dirty="0" err="1" smtClean="0"/>
              <a:t>n_list</a:t>
            </a:r>
            <a:r>
              <a:rPr lang="en-US" dirty="0" smtClean="0"/>
              <a:t>[1][2]) # Nested List Example2my_list = ["mouse", [8, 4, 6], ['</a:t>
            </a:r>
            <a:r>
              <a:rPr lang="en-US" dirty="0" err="1" smtClean="0"/>
              <a:t>a','b','c</a:t>
            </a:r>
            <a:r>
              <a:rPr lang="en-US" dirty="0" smtClean="0"/>
              <a:t>']]print(</a:t>
            </a:r>
            <a:r>
              <a:rPr lang="en-US" dirty="0" err="1" smtClean="0"/>
              <a:t>my_list</a:t>
            </a:r>
            <a:r>
              <a:rPr lang="en-US" dirty="0" smtClean="0"/>
              <a:t>) print(</a:t>
            </a:r>
            <a:r>
              <a:rPr lang="en-US" dirty="0" err="1" smtClean="0"/>
              <a:t>my_list</a:t>
            </a:r>
            <a:r>
              <a:rPr lang="en-US" dirty="0" smtClean="0"/>
              <a:t>[0])# Nested </a:t>
            </a:r>
            <a:r>
              <a:rPr lang="en-US" dirty="0" err="1" smtClean="0"/>
              <a:t>indexingprint</a:t>
            </a:r>
            <a:r>
              <a:rPr lang="en-US" dirty="0" smtClean="0"/>
              <a:t>(</a:t>
            </a:r>
            <a:r>
              <a:rPr lang="en-US" dirty="0" err="1" smtClean="0"/>
              <a:t>my_list</a:t>
            </a:r>
            <a:r>
              <a:rPr lang="en-US" dirty="0" smtClean="0"/>
              <a:t>[1][1])print(</a:t>
            </a:r>
            <a:r>
              <a:rPr lang="en-US" dirty="0" err="1" smtClean="0"/>
              <a:t>my_list</a:t>
            </a:r>
            <a:r>
              <a:rPr lang="en-US" dirty="0" smtClean="0"/>
              <a:t>[2][2])# Negative indexing in </a:t>
            </a:r>
            <a:r>
              <a:rPr lang="en-US" dirty="0" err="1" smtClean="0"/>
              <a:t>listsmy_list</a:t>
            </a:r>
            <a:r>
              <a:rPr lang="en-US" dirty="0" smtClean="0"/>
              <a:t> = ['</a:t>
            </a:r>
            <a:r>
              <a:rPr lang="en-US" dirty="0" err="1" smtClean="0"/>
              <a:t>p','r','o','b','e</a:t>
            </a:r>
            <a:r>
              <a:rPr lang="en-US" dirty="0" smtClean="0"/>
              <a:t>']print(</a:t>
            </a:r>
            <a:r>
              <a:rPr lang="en-US" dirty="0" err="1" smtClean="0"/>
              <a:t>my_list</a:t>
            </a:r>
            <a:r>
              <a:rPr lang="en-US" dirty="0" smtClean="0"/>
              <a:t>[-1])print(</a:t>
            </a:r>
            <a:r>
              <a:rPr lang="en-US" dirty="0" err="1" smtClean="0"/>
              <a:t>my_list</a:t>
            </a:r>
            <a:r>
              <a:rPr lang="en-US" dirty="0" smtClean="0"/>
              <a:t>[-5])# Appending and Extending lists in </a:t>
            </a:r>
            <a:r>
              <a:rPr lang="en-US" dirty="0" err="1" smtClean="0"/>
              <a:t>Pythonodd</a:t>
            </a:r>
            <a:r>
              <a:rPr lang="en-US" dirty="0" smtClean="0"/>
              <a:t> = [1, 3, 5]</a:t>
            </a:r>
            <a:r>
              <a:rPr lang="en-US" dirty="0" err="1" smtClean="0"/>
              <a:t>odd.append</a:t>
            </a:r>
            <a:r>
              <a:rPr lang="en-US" dirty="0" smtClean="0"/>
              <a:t>(7)print(odd)</a:t>
            </a:r>
            <a:r>
              <a:rPr lang="en-US" dirty="0" err="1" smtClean="0"/>
              <a:t>odd.extend</a:t>
            </a:r>
            <a:r>
              <a:rPr lang="en-US" dirty="0" smtClean="0"/>
              <a:t>([9, 11, 13])print(odd)# Concatenating and repeating </a:t>
            </a:r>
            <a:r>
              <a:rPr lang="en-US" dirty="0" err="1" smtClean="0"/>
              <a:t>listsodd</a:t>
            </a:r>
            <a:r>
              <a:rPr lang="en-US" dirty="0" smtClean="0"/>
              <a:t> = [1, 3, 5]print(odd + [9, 7, 5])print(["re"] * 3)</a:t>
            </a:r>
            <a:r>
              <a:rPr lang="en-US" dirty="0" err="1" smtClean="0"/>
              <a:t>thislist</a:t>
            </a:r>
            <a:r>
              <a:rPr lang="en-US" dirty="0" smtClean="0"/>
              <a:t> = ["apple", "banana", "cherry"]print(</a:t>
            </a:r>
            <a:r>
              <a:rPr lang="en-US" dirty="0" err="1" smtClean="0"/>
              <a:t>len</a:t>
            </a:r>
            <a:r>
              <a:rPr lang="en-US" dirty="0" smtClean="0"/>
              <a:t>(</a:t>
            </a:r>
            <a:r>
              <a:rPr lang="en-US" dirty="0" err="1" smtClean="0"/>
              <a:t>thislist</a:t>
            </a:r>
            <a:r>
              <a:rPr lang="en-US" dirty="0" smtClean="0"/>
              <a:t>))</a:t>
            </a:r>
            <a:r>
              <a:rPr lang="en-US" dirty="0" err="1" smtClean="0"/>
              <a:t>thislist</a:t>
            </a:r>
            <a:r>
              <a:rPr lang="en-US" dirty="0" smtClean="0"/>
              <a:t> = ["apple", "banana", "cherry"]print(</a:t>
            </a:r>
            <a:r>
              <a:rPr lang="en-US" dirty="0" err="1" smtClean="0"/>
              <a:t>len</a:t>
            </a:r>
            <a:r>
              <a:rPr lang="en-US" dirty="0" smtClean="0"/>
              <a:t>(</a:t>
            </a:r>
            <a:r>
              <a:rPr lang="en-US" dirty="0" err="1" smtClean="0"/>
              <a:t>thislist</a:t>
            </a:r>
            <a:r>
              <a:rPr lang="en-US" dirty="0" smtClean="0"/>
              <a:t>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865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400</Words>
  <Application>Microsoft Office PowerPoint</Application>
  <PresentationFormat>On-screen Show (4:3)</PresentationFormat>
  <Paragraphs>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student109</dc:creator>
  <cp:lastModifiedBy>student109</cp:lastModifiedBy>
  <cp:revision>1</cp:revision>
  <dcterms:created xsi:type="dcterms:W3CDTF">2026-09-28T06:10:11Z</dcterms:created>
  <dcterms:modified xsi:type="dcterms:W3CDTF">2026-09-28T06:14:16Z</dcterms:modified>
</cp:coreProperties>
</file>